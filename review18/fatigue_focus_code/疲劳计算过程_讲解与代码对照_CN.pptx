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开场先用这几行代码说明整个结构。active_nodes给出节点标志，update_memory提出候选历史，state计算候选响应。后面几行在峰谷都成功后才执行，体现先验证、再更新。右侧选段之间的省略符表示中间代码未展示。</a:t>
            </a:r>
          </a:p>
          <a:p/>
          <a:p>
            <a:r>
              <a:t>来源：fatigue_calculate.m</a:t>
            </a:r>
          </a:p>
          <a:p>
            <a:r>
              <a:t> 58:     [activeNodes, ~] = active_nodes(p, peak, low, memory);</a:t>
            </a:r>
          </a:p>
          <a:p>
            <a:r>
              <a:t>101:         proposed = update_memory(p, memory, activeNodes, peak, low, cycleBlock);</a:t>
            </a:r>
          </a:p>
          <a:p>
            <a:r>
              <a:t>102:         [nextPeak, nextInfo] = state(p, proposed, p.Qmax / 2, peak.q, false);</a:t>
            </a:r>
          </a:p>
          <a:p>
            <a:r>
              <a:t>147:     N = N + cycleBlock;</a:t>
            </a:r>
          </a:p>
          <a:p>
            <a:r>
              <a:t>148:     peak = nextPeak;</a:t>
            </a:r>
          </a:p>
          <a:p>
            <a:r>
              <a:t>149:     low = nextLow;</a:t>
            </a:r>
          </a:p>
          <a:p>
            <a:r>
              <a:t>150:     memory = nextMemory;</a:t>
            </a:r>
          </a:p>
          <a:p>
            <a:r>
              <a:t>151:     out.history(end + 1, :) = history_row(N, peak, low, memory, cycleBlock);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右侧create_memory局部函数建立了需要保存的历史。age按筋与侧分成cell，每个cell内是节点列向量。bondMax保存最大滑移，activated保存激活记录，failedFRP保存失效标志。Ni不是所有节点都相同的整体循环数。</a:t>
            </a:r>
          </a:p>
          <a:p/>
          <a:p>
            <a:r>
              <a:t>来源：fatigue_calculate.m</a:t>
            </a:r>
          </a:p>
          <a:p>
            <a:r>
              <a:t>191: memory.bondMax = cell(p.nBars, 2);</a:t>
            </a:r>
          </a:p>
          <a:p>
            <a:r>
              <a:t>192: memory.age = cell(p.nBars, 2);</a:t>
            </a:r>
          </a:p>
          <a:p>
            <a:r>
              <a:t>193: memory.activated = cell(p.nBars, 2);</a:t>
            </a:r>
          </a:p>
          <a:p>
            <a:r>
              <a:t>194: memory.failedFRP = false(p.nBars, 1);</a:t>
            </a:r>
          </a:p>
          <a:p>
            <a:r>
              <a:t>195: memory.barFailure = cell(p.nBars, 1);</a:t>
            </a:r>
          </a:p>
          <a:p>
            <a:r>
              <a:t>196: memory.steelDamage = zeros(p.nSteel, 1);</a:t>
            </a:r>
          </a:p>
          <a:p>
            <a:r>
              <a:t>197: memory.concreteDamage = 0;</a:t>
            </a:r>
          </a:p>
          <a:p>
            <a:r>
              <a:t>201:         memory.bondMax{bar, side} = zeros(p.nCells + 1, 1);</a:t>
            </a:r>
          </a:p>
          <a:p>
            <a:r>
              <a:t>202:         memory.age{bar, side} = zeros(p.nCells + 1, 1);</a:t>
            </a:r>
          </a:p>
          <a:p>
            <a:r>
              <a:t>203:         memory.activated{bar, side} = false(p.nCells + 1, 1);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在进入疲劳循环前，先求峰值，再用峰值历史求谷值。后续激活判定需要峰谷滑移差。展示代码省略了两处失败返回分支，实际只有求解成功才会继续。N等于零表示尚未提交疲劳更新，并非没有施加外荷载。</a:t>
            </a:r>
          </a:p>
          <a:p/>
          <a:p>
            <a:r>
              <a:t>来源：fatigue_calculate.m</a:t>
            </a:r>
          </a:p>
          <a:p>
            <a:r>
              <a:t> 29: out.lastInfo = peakInfo;</a:t>
            </a:r>
          </a:p>
          <a:p>
            <a:r>
              <a:t> 30: if ~peakInfo.ok</a:t>
            </a:r>
          </a:p>
          <a:p>
            <a:r>
              <a:t> 44: [low, lowInfo] = state(p, memory, p.Qmin / 2, peak.q, true);</a:t>
            </a:r>
          </a:p>
          <a:p>
            <a:r>
              <a:t> 45: if ~lowInfo.ok</a:t>
            </a:r>
          </a:p>
          <a:p>
            <a:r>
              <a:t> 46:     out.status = ['minimum_load_' lowInfo.status];</a:t>
            </a:r>
          </a:p>
          <a:p>
            <a:r>
              <a:t> 52: out.history = history_row(N, peak, low, memory, 0);</a:t>
            </a:r>
          </a:p>
          <a:p>
            <a:r>
              <a:t> 53: out.snapshots = make_snapshot(p, N, peak, low, memory);</a:t>
            </a:r>
          </a:p>
          <a:p>
            <a:r>
              <a:t> 54: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配套active_nodes.m的真实代码，不是这次粘贴主文件中的局部函数。activationSlip在该文件前面定义为activationFraction乘deltaM，默认比例0.75。两个条件必须同时成立。之前激活过但本步没有足够滑移差的节点，也不继续累计龄期。</a:t>
            </a:r>
          </a:p>
          <a:p/>
          <a:p>
            <a:r>
              <a:t>来源：active_nodes.m</a:t>
            </a:r>
          </a:p>
          <a:p>
            <a:r>
              <a:t> 34:                 slipRange = max(0, peakSide.slip(node) - lowSide.slip(node));</a:t>
            </a:r>
          </a:p>
          <a:p>
            <a:r>
              <a:t> 35:                 amplitude{bar, side}(node) = slipRange;</a:t>
            </a:r>
          </a:p>
          <a:p>
            <a:r>
              <a:t> 38:                 reachedThreshold = memory.activated{bar, side}(node);</a:t>
            </a:r>
          </a:p>
          <a:p>
            <a:r>
              <a:t> 39:                 if peakSide.maxSlip(node) &gt; activationSlip</a:t>
            </a:r>
          </a:p>
          <a:p>
            <a:r>
              <a:t> 40:                     reachedThreshold = true;</a:t>
            </a:r>
          </a:p>
          <a:p>
            <a:r>
              <a:t> 41:                 end</a:t>
            </a:r>
          </a:p>
          <a:p>
            <a:r>
              <a:t> 44:                 if reachedThreshold</a:t>
            </a:r>
          </a:p>
          <a:p>
            <a:r>
              <a:t> 45:                     if slipRange &gt; p.cyclicSlipTolerance</a:t>
            </a:r>
          </a:p>
          <a:p>
            <a:r>
              <a:t> 46:                         active{bar, side}(node) = true;</a:t>
            </a:r>
          </a:p>
          <a:p>
            <a:r>
              <a:t> 47:                     end</a:t>
            </a:r>
          </a:p>
          <a:p>
            <a:r>
              <a:t> 48:             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前两行控制本步推进多少次。proposed等于memory是在函数内复制已接受状态。下面的if位于筋、侧和节点三层循环内，只更新活跃节点。该片段没有把退化公式直接写进update_memory，而是先更新局部计数。</a:t>
            </a:r>
          </a:p>
          <a:p/>
          <a:p>
            <a:r>
              <a:t>来源：fatigue_calculate.m</a:t>
            </a:r>
          </a:p>
          <a:p>
            <a:r>
              <a:t> 95:     cycleBlock = min(p.cycleStep, p.Nmax - N);</a:t>
            </a:r>
          </a:p>
          <a:p>
            <a:r>
              <a:t> 96:     cycleBlock = min(cycleBlock, nextSavedCycle - N);</a:t>
            </a:r>
          </a:p>
          <a:p>
            <a:r>
              <a:t>232: function proposed = update_memory(p, memory, activeNodes, peak, low, cycleBlock)</a:t>
            </a:r>
          </a:p>
          <a:p>
            <a:r>
              <a:t>233: % Copy first: rejected trial blocks must not modify the accepted history.</a:t>
            </a:r>
          </a:p>
          <a:p>
            <a:r>
              <a:t>234: proposed = memory;</a:t>
            </a:r>
          </a:p>
          <a:p>
            <a:r>
              <a:t>240:             if activeNodes{bar, side}(node)</a:t>
            </a:r>
          </a:p>
          <a:p>
            <a:r>
              <a:t>241:                 proposed.activated{bar, side}(node) = true;</a:t>
            </a:r>
          </a:p>
          <a:p>
            <a:r>
              <a:t>242:                 proposed.age{bar, side}(node) = memory.age{bar, side}(node) + cycleBlock;</a:t>
            </a:r>
          </a:p>
          <a:p>
            <a:r>
              <a:t>243:         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来自配套bond_strength.m。实际通过state、trial调用到这里，不在主控制器中直接降低参数。公式对应Chen、Wang和Cheng在2019年疲劳论文中的式2，杆材系数0.1965，条材0.1985。它是界面峰值退化，不是FRP本体抗拉强度的疲劳律。</a:t>
            </a:r>
          </a:p>
          <a:p/>
          <a:p>
            <a:r>
              <a:t>来源：bond_strength.m</a:t>
            </a:r>
          </a:p>
          <a:p>
            <a:r>
              <a:t> 17:     tauM = zeros(size(localN));</a:t>
            </a:r>
          </a:p>
          <a:p>
            <a:r>
              <a:t> 20:     for node = 1:numel(localN)</a:t>
            </a:r>
          </a:p>
          <a:p>
            <a:r>
              <a:t> 21:         cycles = max(localN(node), 1);</a:t>
            </a:r>
          </a:p>
          <a:p>
            <a:r>
              <a:t> 22:         peakStress = p.tauM0 * (1 - p.bondFatigueK * log10(cycles));</a:t>
            </a:r>
          </a:p>
          <a:p>
            <a:r>
              <a:t> 23:         tauM(node) = max(0, peakStress);</a:t>
            </a:r>
          </a:p>
          <a:p>
            <a:r>
              <a:t> 24: 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第一行提出候选，第二行用候选历史求峰值平衡。之后只有求解成功才检查q增长量。这里q是裂缝竖向位移差，maxOpeningStep控制的是q增长尝试，不是直接限制法向裂缝宽度。求解得到的响应不会在这里立即提交。</a:t>
            </a:r>
          </a:p>
          <a:p/>
          <a:p>
            <a:r>
              <a:t>来源：fatigue_calculate.m</a:t>
            </a:r>
          </a:p>
          <a:p>
            <a:r>
              <a:t>101:         proposed = update_memory(p, memory, activeNodes, peak, low, cycleBlock);</a:t>
            </a:r>
          </a:p>
          <a:p>
            <a:r>
              <a:t>102:         [nextPeak, nextInfo] = state(p, proposed, p.Qmax / 2, peak.q, false);</a:t>
            </a:r>
          </a:p>
          <a:p>
            <a:r>
              <a:t>103: </a:t>
            </a:r>
          </a:p>
          <a:p>
            <a:r>
              <a:t>104:         openingTooFast = false;</a:t>
            </a:r>
          </a:p>
          <a:p>
            <a:r>
              <a:t>105:         if nextInfo.ok</a:t>
            </a:r>
          </a:p>
          <a:p>
            <a:r>
              <a:t>106:             if nextPeak.q - peak.q &gt; p.maxOpeningStep</a:t>
            </a:r>
          </a:p>
          <a:p>
            <a:r>
              <a:t>107:                 openingTooFast = true;</a:t>
            </a:r>
          </a:p>
          <a:p>
            <a:r>
              <a:t>108:             end</a:t>
            </a:r>
          </a:p>
          <a:p>
            <a:r>
              <a:t>109:     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段控制是否再次进入retryBlock循环。只要循环块大于1，峰值失败或增长过快都会减半。再次执行update_memory时仍从原memory出发，不在之前失败候选上继续叠加。循环块达到1后，即使位移增长仍大也不再减半；是否能继续取决于峰值平衡是否成功。</a:t>
            </a:r>
          </a:p>
          <a:p/>
          <a:p>
            <a:r>
              <a:t>来源：fatigue_calculate.m</a:t>
            </a:r>
          </a:p>
          <a:p>
            <a:r>
              <a:t>112:         retryBlock = false;</a:t>
            </a:r>
          </a:p>
          <a:p>
            <a:r>
              <a:t>113:         if cycleBlock &gt; 1</a:t>
            </a:r>
          </a:p>
          <a:p>
            <a:r>
              <a:t>114:             if ~nextInfo.ok || openingTooFast</a:t>
            </a:r>
          </a:p>
          <a:p>
            <a:r>
              <a:t>115:                 cycleBlock = floor(cycleBlock / 2);</a:t>
            </a:r>
          </a:p>
          <a:p>
            <a:r>
              <a:t>116:                 if cycleBlock &lt; 1</a:t>
            </a:r>
          </a:p>
          <a:p>
            <a:r>
              <a:t>117:                     cycleBlock = 1;</a:t>
            </a:r>
          </a:p>
          <a:p>
            <a:r>
              <a:t>118:                 end</a:t>
            </a:r>
          </a:p>
          <a:p>
            <a:r>
              <a:t>119:                 retryBlock = true;</a:t>
            </a:r>
          </a:p>
          <a:p>
            <a:r>
              <a:t>120:             end</a:t>
            </a:r>
          </a:p>
          <a:p>
            <a:r>
              <a:t>121:     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nextMemory继承候选峰值的历史，再以Qmin/2求谷值。谷值失败则break，此时不会执行下面的提交。只有两状态都成功，N才增加，新的峰谷状态才替换旧状态。主循环的峰值减半机制并没有同时用于谷值失败。</a:t>
            </a:r>
          </a:p>
          <a:p/>
          <a:p>
            <a:r>
              <a:t>来源：fatigue_calculate.m</a:t>
            </a:r>
          </a:p>
          <a:p>
            <a:r>
              <a:t>138:     nextMemory = nextPeak.memory;</a:t>
            </a:r>
          </a:p>
          <a:p>
            <a:r>
              <a:t>139:     [nextLow, nextLowInfo] = state(p, nextMemory, p.Qmin / 2, nextPeak.q, true);</a:t>
            </a:r>
          </a:p>
          <a:p>
            <a:r>
              <a:t>140:     if ~nextLowInfo.ok</a:t>
            </a:r>
          </a:p>
          <a:p>
            <a:r>
              <a:t>141:         out.status = ['minimum_load_' nextLowInfo.status];</a:t>
            </a:r>
          </a:p>
          <a:p>
            <a:r>
              <a:t>142:         out.lastInfo = nextLowInfo;</a:t>
            </a:r>
          </a:p>
          <a:p>
            <a:r>
              <a:t>143:         break</a:t>
            </a:r>
          </a:p>
          <a:p>
            <a:r>
              <a:t>144:     end</a:t>
            </a:r>
          </a:p>
          <a:p>
            <a:r>
              <a:t>147:     N = N + cycleBlock;</a:t>
            </a:r>
          </a:p>
          <a:p>
            <a:r>
              <a:t>148:     peak = nextPeak;</a:t>
            </a:r>
          </a:p>
          <a:p>
            <a:r>
              <a:t>149:     low = nextLow;</a:t>
            </a:r>
          </a:p>
          <a:p>
            <a:r>
              <a:t>150:     memory = nextMemory;</a:t>
            </a:r>
          </a:p>
          <a:p>
            <a:r>
              <a:t>151:     out.history(end + 1, :) = history_row(N, peak, low, memory, cycleBlock);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这部分负责结果可追溯。history按每个接受块记录，而snapshots只在指定循环位置保留较完整的数据。结束后out返回最后的平衡状态和历史。这里的行数并不代表逐周期输出了连续时程。</a:t>
            </a:r>
          </a:p>
          <a:p/>
          <a:p>
            <a:r>
              <a:t>来源：fatigue_calculate.m</a:t>
            </a:r>
          </a:p>
          <a:p>
            <a:r>
              <a:t>151:     out.history(end + 1, :) = history_row(N, peak, low, memory, cycleBlock);</a:t>
            </a:r>
          </a:p>
          <a:p>
            <a:r>
              <a:t>158:     for i = 1:numel(p.snapshotCycles)</a:t>
            </a:r>
          </a:p>
          <a:p>
            <a:r>
              <a:t>159:         if p.snapshotCycles(i) == N</a:t>
            </a:r>
          </a:p>
          <a:p>
            <a:r>
              <a:t>160:             out.snapshots(end + 1) = make_snapshot(p, N, peak, low, memory);</a:t>
            </a:r>
          </a:p>
          <a:p>
            <a:r>
              <a:t>161:             break</a:t>
            </a:r>
          </a:p>
          <a:p>
            <a:r>
              <a:t>162:         end</a:t>
            </a:r>
          </a:p>
          <a:p>
            <a:r>
              <a:t>163:     end</a:t>
            </a:r>
          </a:p>
          <a:p>
            <a:r>
              <a:t>170: out.lastCycle = N;</a:t>
            </a:r>
          </a:p>
          <a:p>
            <a:r>
              <a:t>171: out.lastState = peak;</a:t>
            </a:r>
          </a:p>
          <a:p>
            <a:r>
              <a:t>172: out.lastLowState = low;</a:t>
            </a:r>
          </a:p>
          <a:p>
            <a:r>
              <a:t>173: out.memory = memory;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代码会先检查失败属于哪一类。132至133行位于原文件的if modelLimitReached or strutLimitReached or momentLimitReached条件内，仅对相应限制记录失败循环及区间，不对所有数值失败都赋予物理寿命。右侧保留了分类条件，备注也提供原代码供核对。running在正常到达循环上限后改为runout_at_Nmax。</a:t>
            </a:r>
          </a:p>
          <a:p/>
          <a:p>
            <a:r>
              <a:t>来源：fatigue_calculate.m</a:t>
            </a:r>
          </a:p>
          <a:p>
            <a:r>
              <a:t>125:     if ~nextInfo.ok</a:t>
            </a:r>
          </a:p>
          <a:p>
            <a:r>
              <a:t>126:         out.status = nextInfo.status;</a:t>
            </a:r>
          </a:p>
          <a:p>
            <a:r>
              <a:t>127:         out.failureCapacity = nextInfo.capacity;</a:t>
            </a:r>
          </a:p>
          <a:p>
            <a:r>
              <a:t>128:         modelLimitReached = strcmp(nextInfo.status, 'no_equilibrium_in_model_domain');</a:t>
            </a:r>
          </a:p>
          <a:p>
            <a:r>
              <a:t>129:         strutLimitReached = strcmp(nextInfo.status, 'user_concrete_strut_limit');</a:t>
            </a:r>
          </a:p>
          <a:p>
            <a:r>
              <a:t>130:         momentLimitReached = strcmp(nextInfo.status, 'user_flexural_limit');</a:t>
            </a:r>
          </a:p>
          <a:p>
            <a:r>
              <a:t>131:         if modelLimitReached || strutLimitReached || momentLimitReached</a:t>
            </a:r>
          </a:p>
          <a:p>
            <a:r>
              <a:t>132:             out.failureCycle = N + cycleBlock;</a:t>
            </a:r>
          </a:p>
          <a:p>
            <a:r>
              <a:t>133:             out.failureBracket = [N N + cycleBlock];</a:t>
            </a:r>
          </a:p>
          <a:p>
            <a:r>
              <a:t>134:         end</a:t>
            </a:r>
          </a:p>
          <a:p>
            <a:r>
              <a:t>135:         break</a:t>
            </a:r>
          </a:p>
          <a:p>
            <a:r>
              <a:t>136:     end</a:t>
            </a:r>
          </a:p>
          <a:p>
            <a:r>
              <a:t>167: if strcmp(out.status, 'running')</a:t>
            </a:r>
          </a:p>
          <a:p>
            <a:r>
              <a:t>168:     out.status = 'runout_at_Nmax';</a:t>
            </a:r>
          </a:p>
          <a:p>
            <a:r>
              <a:t>169: end</a:t>
            </a:r>
          </a:p>
          <a:p/>
          <a:p>
            <a:r>
              <a:t>完整分类条件：</a:t>
            </a:r>
          </a:p>
          <a:p>
            <a:r>
              <a:t>    if ~nextInfo.ok</a:t>
            </a:r>
          </a:p>
          <a:p>
            <a:r>
              <a:t>        out.status = nextInfo.status;</a:t>
            </a:r>
          </a:p>
          <a:p>
            <a:r>
              <a:t>        out.failureCapacity = nextInfo.capacity;</a:t>
            </a:r>
          </a:p>
          <a:p>
            <a:r>
              <a:t>        modelLimitReached = strcmp(nextInfo.status, 'no_equilibrium_in_model_domain');</a:t>
            </a:r>
          </a:p>
          <a:p>
            <a:r>
              <a:t>        strutLimitReached = strcmp(nextInfo.status, 'user_concrete_strut_limit');</a:t>
            </a:r>
          </a:p>
          <a:p>
            <a:r>
              <a:t>        momentLimitReached = strcmp(nextInfo.status, 'user_flexural_limit');</a:t>
            </a:r>
          </a:p>
          <a:p>
            <a:r>
              <a:t>        if modelLimitReached || strutLimitReached || momentLimitReached</a:t>
            </a:r>
          </a:p>
          <a:p>
            <a:r>
              <a:t>            out.failureCycle = N + cycleBlock;</a:t>
            </a:r>
          </a:p>
          <a:p>
            <a:r>
              <a:t>            out.failureBracket = [N N + cycleBlock];</a:t>
            </a:r>
          </a:p>
          <a:p>
            <a:r>
              <a:t>        end</a:t>
            </a:r>
          </a:p>
          <a:p>
            <a:r>
              <a:t>        break</a:t>
            </a:r>
          </a:p>
          <a:p>
            <a:r>
              <a:t>   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给出当前parameters中两个Inf设置。主控制器在update_memory中用isfinite判断是否启用相应规则，默认都关闭。因此明天可重点汇报局部界面退化怎样推动峰谷响应变化，不应声称所有材料的疲劳破坏都已经实现。网格客观性与试验验证仍是后续重点。</a:t>
            </a:r>
          </a:p>
          <a:p/>
          <a:p>
            <a:r>
              <a:t>来源：parameters.m</a:t>
            </a:r>
          </a:p>
          <a:p>
            <a:r>
              <a:t> 86:     p.steelSNrefCycles = Inf;</a:t>
            </a:r>
          </a:p>
          <a:p>
            <a:r>
              <a:t> 89:     p.concreteSNrefCycles = Inf;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主线：局部疲劳怎样推动整体响应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先识别活跃节点，提出局部疲劳历史。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用候选历史重算响应，成功后才提交。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接受结果后，整体循环数才向前推进。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判断 → 提出候选 → 重新平衡 → 接受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58  [activeNodes, ~] = active_nodes(p, peak, low, memory);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101  proposed = update_memory(p, memory, activeNodes, peak, low,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cycleBlock);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102  [nextPeak, nextInfo] = state(p, proposed, p.Qmax / 2, peak.q,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false);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147  N = N + cycleBlock;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148  peak = nextPeak;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149  low = nextLow;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150  memory = nextMemory;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151  out.history(end + 1, :) = history_row(N, peak, low, memory,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cycleBlock);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N、Ni、ΔN与memory分别是什么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N：整体已经接受的循环数。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Ni：保存在memory.age中的节点局部龄期。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ΔN对应cycleBlock；memory保留不可逆历史。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每根筋、每一侧、每个节点都有自己的Ni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191  memory.bondMax = cell(p.nBars, 2);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192  memory.age = cell(p.nBars, 2);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193  memory.activated = cell(p.nBars, 2);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194  memory.failedFRP = false(p.nBars, 1);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195  memory.barFailure = cell(p.nBars, 1);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196  memory.steelDamage = zeros(p.nSteel, 1);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197  memory.concreteDamage = 0;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201  memory.bondMax{bar, side} = zeros(p.nCells + 1, 1);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202  memory.age{bar, side} = zeros(p.nCells + 1, 1);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203  memory.activated{bar, side} = false(p.nCells + 1, 1);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初始状态：先峰值，再谷值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峰值目标剪力为Qmax/2。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峰值的最大滑移历史传给谷值计算。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初始峰谷均成功后记录N=0。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先确定当前荷载范围下的局部滑移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29  out.lastInfo = peakInfo;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30  if ~peakInfo.ok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44  [low, lowInfo] = state(p, memory, p.Qmin / 2, peak.q, true);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45  if ~lowInfo.ok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 46      out.status = ['minimum_load_' lowInfo.status];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52  out.history = history_row(N, peak, low, memory, 0);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53  out.snapshots = make_snapshot(p, N, peak, low, memory);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54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节点激活：本步哪些位置需要计数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超过滑移阈值，或者以前已经激活。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本步峰谷滑移差还必须超过容差。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这里仅判断标志，暂不增加循环数。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资格满足 AND 当前仍有循环滑移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active_nodes.m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34  slipRange = max(0, peakSide.slip(node) - lowSide.slip(node));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35  amplitude{bar, side}(node) = slipRange;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38  reachedThreshold = memory.activated{bar, side}(node);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39  if peakSide.maxSlip(node) &gt; activationSlip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40      reachedThreshold = true;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41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44  if reachedThreshold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45      if slipRange &gt; p.cyclicSlipTolerance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46          active{bar, side}(node) = true;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47    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48 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选循环块，并更新候选局部龄期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循环块不跨越Nmax或下一快照位置。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先复制memory，保留已接受的历史。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仅活跃节点的Ni增加cycleBlock。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候选更新不等于已经接受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95  cycleBlock = min(p.cycleStep, p.Nmax - N);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96  cycleBlock = min(cycleBlock, nextSavedCycle - N);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232  function proposed = update_memory(p, memory, activeNodes, peak,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 low, cycleBlock)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233  % Copy first: rejected trial blocks must not modify the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accepted history.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234  proposed = memory;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240  if activeNodes{bar, side}(node)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241      proposed.activated{bar, side}(node) = true;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242      proposed.age{bar, side}(node) = memory.age{bar, side}(node)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 + cycleBlock;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243 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黏结退化：把Ni转成峰值黏结应力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τm,0是初始峰值；kf按杆材或条材选取。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用max(Ni,1)避免零龄期的对数问题。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退化峰值非负，降低的是界面黏结强度。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τm,i=max{0,τm,0[1−kf log₁₀max(Ni,1)]}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bond_strength.m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17  tauM = zeros(size(localN));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20  for node = 1:numel(localN)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21      cycles = max(localN(node), 1);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 22      peakStress = p.tauM0 * (1 - p.bondFatigueK *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log10(cycles));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 23      tauM(node) = max(0, peakStress);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24 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候选峰值：退化后重新求平衡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把候选历史proposed传给峰值求解。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state通过trial使用更新后的局部黏结峰值。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检查新峰值q是否增长过快。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退化 → 锚固受力变化 → 重新寻找平衡q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101  proposed = update_memory(p, memory, activeNodes, peak, low,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cycleBlock);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102  [nextPeak, nextInfo] = state(p, proposed, p.Qmax / 2, peak.q,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false);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103 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104  openingTooFast = false;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105  if nextInfo.ok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106      if nextPeak.q - peak.q &gt; p.maxOpeningStep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107          openingTooFast = true;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108    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109 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循环块减半：从原历史重新试算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峰值失败或q增长过快时触发重试。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前提是cycleBlock大于1。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减半后回到原已接受历史生成新候选。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减半改善数值分辨率，不是材料损伤公式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112  retryBlock = false;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113  if cycleBlock &gt; 1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114      if ~nextInfo.ok || openingTooFast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115          cycleBlock = floor(cycleBlock / 2);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116          if cycleBlock &lt; 1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117              cycleBlock = 1;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118        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119          retryBlock = true;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120    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121 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谷值通过后，才真正提交循环块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候选峰值成功后，再计算候选谷值。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谷值失败直接返回诊断。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两者成功才更新N、peak、low和memory。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峰值成功 AND 谷值成功 → 接受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138  nextMemory = nextPeak.memory;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139  [nextLow, nextLowInfo] = state(p, nextMemory, p.Qmin / 2,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nextPeak.q, true);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140  if ~nextLowInfo.ok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141      out.status = ['minimum_load_' nextLowInfo.status];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142      out.lastInfo = nextLowInfo;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143      break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144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147  N = N + cycleBlock;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148  peak = nextPeak;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149  low = nextLow;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FFD080"/>
                </a:solidFill>
                <a:latin typeface="Consolas"/>
              </a:defRPr>
            </a:pPr>
            <a:r>
              <a:t>150  memory = nextMemory;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151  out.history(end + 1, :) = history_row(N, peak, low, memory,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cycleBlock);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记录结果：历史与快照各有用途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history记录循环数、响应分量与残差等。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snapshots仅在指定循环数保存完整局部场。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out保留最后已接受的峰谷状态和历史。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记录的是已接受结果，不是失败候选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151  out.history(end + 1, :) = history_row(N, peak, low, memory, 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cycleBlock);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158  for i = 1:numel(p.snapshotCycles)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159      if p.snapshotCycles(i) == N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160          out.snapshots(end + 1) = make_snapshot(p, N, peak, low,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    ↳  memory);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161          break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162    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163  end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170  out.lastCycle = N;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171  out.lastState = peak;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172  out.lastLowState = low;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173  out.memory = memory;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怎样停止：模型限制、数值失败与runout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峰值求解失败时记录具体status。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指定模型或用户限制可记录失败循环区间。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达到Nmax记录runout，不当作破坏寿命。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停止原因必须分别解释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fatigue_calculate.m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125  if ~nextInfo.ok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FFD080"/>
                </a:solidFill>
                <a:latin typeface="Consolas"/>
              </a:defRPr>
            </a:pPr>
            <a:r>
              <a:t>126      out.status = nextInfo.status;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127      out.failureCapacity = nextInfo.capacity;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128      modelLimitReached = strcmp(nextInfo.status, 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     ↳ 'no_equilibrium_in_model_domain');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129      strutLimitReached = strcmp(nextInfo.status, 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     ↳ 'user_concrete_strut_limit');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130      momentLimitReached = strcmp(nextInfo.status, 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     ↳ 'user_flexural_limit');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131      if modelLimitReached || strutLimitReached || 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     ↳ momentLimitReached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132          out.failureCycle = N + cycleBlock;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133          out.failureBracket = [N N + cycleBlock];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134      end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135      break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136  end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167  if strcmp(out.status, 'running')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FFD080"/>
                </a:solidFill>
                <a:latin typeface="Consolas"/>
              </a:defRPr>
            </a:pPr>
            <a:r>
              <a:t>168      out.status = 'runout_at_Nmax';</a:t>
            </a:r>
          </a:p>
          <a:p>
            <a:pPr>
              <a:lnSpc>
                <a:spcPts val="1828"/>
              </a:lnSpc>
              <a:spcAft>
                <a:spcPts val="0"/>
              </a:spcAft>
              <a:defRPr sz="1499">
                <a:solidFill>
                  <a:srgbClr val="E4EBF3"/>
                </a:solidFill>
                <a:latin typeface="Consolas"/>
              </a:defRPr>
            </a:pPr>
            <a:r>
              <a:t>169 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353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默认范围：当前主要启用界面疲劳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计算含义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7393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箍筋、混凝土S–N参考循环数默认Inf。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71215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相关可选更新因此不会执行。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68496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63A4D"/>
                </a:solidFill>
                <a:latin typeface="Arial"/>
              </a:defRPr>
            </a:pPr>
            <a:r>
              <a:rPr>
                <a:ea typeface="Microsoft YaHei"/>
              </a:rPr>
              <a:t>• FRP本体疲劳和完整混凝土破坏仍需补充。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77840"/>
            <a:ext cx="4709160" cy="11704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42519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可以讲清计算框架，保留后续模型验证空间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280160"/>
            <a:ext cx="8549640" cy="5879592"/>
          </a:xfrm>
          <a:prstGeom prst="roundRect">
            <a:avLst/>
          </a:prstGeom>
          <a:solidFill>
            <a:srgbClr val="18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9EC9F5"/>
                </a:solidFill>
                <a:latin typeface="Arial"/>
              </a:defRPr>
            </a:pPr>
            <a:r>
              <a:rPr>
                <a:ea typeface="Microsoft YaHei"/>
              </a:rPr>
              <a:t>parameters.m  |  原文件行号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30552"/>
            <a:ext cx="8010144" cy="4681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86  p.steelSNrefCycles = Inf;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8193A8"/>
                </a:solidFill>
                <a:latin typeface="Consolas"/>
              </a:defRPr>
            </a:pPr>
            <a:r>
              <a:t>     …</a:t>
            </a:r>
          </a:p>
          <a:p>
            <a:pPr>
              <a:lnSpc>
                <a:spcPts val="1830"/>
              </a:lnSpc>
              <a:spcAft>
                <a:spcPts val="0"/>
              </a:spcAft>
              <a:defRPr sz="1500">
                <a:solidFill>
                  <a:srgbClr val="E4EBF3"/>
                </a:solidFill>
                <a:latin typeface="Consolas"/>
              </a:defRPr>
            </a:pPr>
            <a:r>
              <a:t> 89  p.concreteSNrefCycles = Inf;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25512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代码为真实选段；…表示省略，↳表示展示折行。源码和计算公式未修改。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7525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