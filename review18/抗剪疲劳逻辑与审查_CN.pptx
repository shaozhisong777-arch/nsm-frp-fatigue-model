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抗剪疲劳：18个文件如何实现，以及目前能相信什么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43746"/>
                </a:solidFill>
                <a:latin typeface="Microsoft YaHei"/>
              </a:defRPr>
            </a:pPr>
            <a:r>
              <a:t>审查对象：本次上传的18个MATLAB文件。</a:t>
            </a:r>
          </a:p>
          <a:p>
            <a:pPr>
              <a:spcAft>
                <a:spcPts val="1000"/>
              </a:spcAft>
              <a:defRPr sz="2400" b="0">
                <a:solidFill>
                  <a:srgbClr val="243746"/>
                </a:solidFill>
                <a:latin typeface="Microsoft YaHei"/>
              </a:defRPr>
            </a:pPr>
            <a:r>
              <a:t>已完成：两次10000循环计算、网格/步长检查、非法输入与数值平衡检查。</a:t>
            </a:r>
          </a:p>
          <a:p>
            <a:pPr>
              <a:spcAft>
                <a:spcPts val="1000"/>
              </a:spcAft>
              <a:defRPr sz="2400" b="0">
                <a:solidFill>
                  <a:srgbClr val="243746"/>
                </a:solidFill>
                <a:latin typeface="Microsoft YaHei"/>
              </a:defRPr>
            </a:pPr>
            <a:r>
              <a:t>结论：主调用链可运行；当前是简化研究模型，尚未完成抗剪疲劳试验验证。</a:t>
            </a:r>
          </a:p>
          <a:p>
            <a:pPr>
              <a:spcAft>
                <a:spcPts val="1000"/>
              </a:spcAft>
              <a:defRPr sz="2400" b="0">
                <a:solidFill>
                  <a:srgbClr val="243746"/>
                </a:solidFill>
                <a:latin typeface="Microsoft YaHei"/>
              </a:defRPr>
            </a:pPr>
            <a:r>
              <a:t>论文原式、数值实现和经验假定分别标注；“能运行”不等于“理论完整”。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整体流程：先平衡，再退化，再重新平衡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611880" cy="1920240"/>
          </a:xfrm>
          <a:prstGeom prst="roundRect">
            <a:avLst/>
          </a:prstGeom>
          <a:solidFill>
            <a:srgbClr val="EAF2FF"/>
          </a:solidFill>
          <a:ln>
            <a:solidFill>
              <a:srgbClr val="91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44168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① 参数与几何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main_drive / read_and_calculate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parameters / prepare_parameters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34440"/>
            <a:ext cx="3611880" cy="1920240"/>
          </a:xfrm>
          <a:prstGeom prst="roundRect">
            <a:avLst/>
          </a:prstGeom>
          <a:solidFill>
            <a:srgbClr val="EAF2FF"/>
          </a:solidFill>
          <a:ln>
            <a:solidFill>
              <a:srgbClr val="91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44168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② 初始化与初始峰谷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fatigue_calculate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可选 capacity_scan；state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611880" cy="1920240"/>
          </a:xfrm>
          <a:prstGeom prst="roundRect">
            <a:avLst/>
          </a:prstGeom>
          <a:solidFill>
            <a:srgbClr val="EAF2FF"/>
          </a:solidFill>
          <a:ln>
            <a:solidFill>
              <a:srgbClr val="91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8" y="1344168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③ 给定q求抗剪响应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trial → 裂缝运动 / 箍筋 / FRP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anchorage + bond + bond_strength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20440"/>
            <a:ext cx="3611880" cy="1920240"/>
          </a:xfrm>
          <a:prstGeom prst="roundRect">
            <a:avLst/>
          </a:prstGeom>
          <a:solidFill>
            <a:srgbClr val="EAF2FF"/>
          </a:solidFill>
          <a:ln>
            <a:solidFill>
              <a:srgbClr val="91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630168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④ 判断活跃与候选损伤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active_nodes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update_memory：局部龄期+ΔN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520440"/>
            <a:ext cx="3611880" cy="1920240"/>
          </a:xfrm>
          <a:prstGeom prst="roundRect">
            <a:avLst/>
          </a:prstGeom>
          <a:solidFill>
            <a:srgbClr val="EAF2FF"/>
          </a:solidFill>
          <a:ln>
            <a:solidFill>
              <a:srgbClr val="91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630168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⑤ 重求峰谷并接受/重试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state；失败且ΔN&gt;1则减半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两状态成功才提交历史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520440"/>
            <a:ext cx="3611880" cy="1920240"/>
          </a:xfrm>
          <a:prstGeom prst="roundRect">
            <a:avLst/>
          </a:prstGeom>
          <a:solidFill>
            <a:srgbClr val="EAF2FF"/>
          </a:solidFill>
          <a:ln>
            <a:solidFill>
              <a:srgbClr val="91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3630168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⑥ 停止、记录、导出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save_snapshot / export_results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分清runout、模型限制、数值失败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峰值和谷值：用抗剪力平衡求q，而非强行规定退化曲线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Microsoft YaHei"/>
              </a:defRPr>
            </a:pPr>
            <a:r>
              <a:t>目标：Vc(q) + Vs(q) + Vf(q) = Q/2。Q为两加载点的总力。</a:t>
            </a:r>
          </a:p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Microsoft YaHei"/>
              </a:defRPr>
            </a:pPr>
            <a:r>
              <a:t>state：扫描上升符号变化 → 二分 → 力残差不超过0.05 N。</a:t>
            </a:r>
          </a:p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Microsoft YaHei"/>
              </a:defRPr>
            </a:pPr>
            <a:r>
              <a:t>峰值q不小于上次峰值；谷值在0至峰值q之间搜索。</a:t>
            </a:r>
          </a:p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Microsoft YaHei"/>
              </a:defRPr>
            </a:pPr>
            <a:r>
              <a:t>同一轮扫描不提交候选memory，避免试探点污染历史。</a:t>
            </a:r>
          </a:p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Microsoft YaHei"/>
              </a:defRPr>
            </a:pPr>
            <a:r>
              <a:t>没有指定分支的根，只能报告模型域/分支限制，不能证明真实梁无解。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裂缝运动与混凝土：当前最需要校准的两项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43746"/>
                </a:solidFill>
                <a:latin typeface="Microsoft YaHei"/>
              </a:defRPr>
            </a:pPr>
            <a:r>
              <a:t>crack_deformation：g(y)=(1−y/hc)^m；K=cosθ+r sinθ；w₀=q/K；v₀=rw₀。</a:t>
            </a:r>
          </a:p>
          <a:p>
            <a:pPr>
              <a:spcAft>
                <a:spcPts val="1000"/>
              </a:spcAft>
              <a:defRPr sz="2100" b="0">
                <a:solidFill>
                  <a:srgbClr val="243746"/>
                </a:solidFill>
                <a:latin typeface="Microsoft YaHei"/>
              </a:defRPr>
            </a:pPr>
            <a:r>
              <a:t>以上是指定形状与滑移比。未实现[S19]式(7)的PST/Green裂缝求解。</a:t>
            </a:r>
          </a:p>
          <a:p>
            <a:pPr>
              <a:spcAft>
                <a:spcPts val="1000"/>
              </a:spcAft>
              <a:defRPr sz="2100" b="0">
                <a:solidFill>
                  <a:srgbClr val="243746"/>
                </a:solidFill>
                <a:latin typeface="Microsoft YaHei"/>
              </a:defRPr>
            </a:pPr>
            <a:r>
              <a:t>竖向筋的裂缝端相对位移：δj=qg(yj)。q不是跨中挠度。</a:t>
            </a:r>
          </a:p>
          <a:p>
            <a:pPr>
              <a:spcAft>
                <a:spcPts val="1000"/>
              </a:spcAft>
              <a:defRPr sz="2100" b="0">
                <a:solidFill>
                  <a:srgbClr val="243746"/>
                </a:solidFill>
                <a:latin typeface="Microsoft YaHei"/>
              </a:defRPr>
            </a:pPr>
            <a:r>
              <a:t>Vc=Vc0(1−e^(−q/qr))[ρ+(1−ρ)e^(−w₀/wc)](1−Dc)。</a:t>
            </a:r>
          </a:p>
          <a:p>
            <a:pPr>
              <a:spcAft>
                <a:spcPts val="1000"/>
              </a:spcAft>
              <a:defRPr sz="2100" b="0">
                <a:solidFill>
                  <a:srgbClr val="243746"/>
                </a:solidFill>
                <a:latin typeface="Microsoft YaHei"/>
              </a:defRPr>
            </a:pPr>
            <a:r>
              <a:t>Vc为原代码经验闭合式，不能标成所给论文的直接预测公式；fc、Ec默认不进入它。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双侧锚固与黏结：从裂缝位移得到一根筋的轴力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anchorage：s₁(0)+s₂(0)=δj；T₁(0)=T₂(0)；自由端T=0。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dT/dx=−周长×τ；ds/dx=−T/(EfAf)。基体分布轴向应变被简化。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anchor_mesh：一维杆单元和梯形积分；bond：弹性/软化/残余三段包络。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历史割线刚度用于卸载；固定点迭代失败后Newton回退。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依据：[S19]式(9d)(10)(11)；包络[F19]式(1)。未等同完整解析模型。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局部疲劳：哪些节点计数、退化多少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active_nodes：曾激活或smax&gt;0.75δm，并且峰谷滑移差大于容差。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update_memory：只给活跃节点的局部龄期增加ΔN。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bond_strength：τm=max{0,τm0[1−kf log₁₀max(Nloc,1)]}。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[F19]式(2)：杆0.1965，条0.1985。Ni是局部计数，不是全梁统一总循环数。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来源为抗弯IC脱黏疲劳；迁移至竖向筋抗剪尚需验证。默认其他材料S–N关闭。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贡献汇总与破坏：一根筋失效不等于整梁破坏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箍筋：εs=qg/ls；σs=min(Esεs,fy)；Vs=ΣAsσs。ls为代码假定。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FRP：Vf=nfaces ΣTj sinαj。按真实交点逐根计数，不再乘hc/spacing。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筋移除：完整脱黏 → 抗拉上限 → 用户保护层上限，保留原优先级。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整体：检查是否仍可平衡；用户斜压/弯曲限值默认Inf。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到Nmax是runout；局部迭代失败是数值失败。不能把它们都叫疲劳寿命。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网格：看总位移接近还不够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8</a:t>
            </a:r>
          </a:p>
        </p:txBody>
      </p:sp>
      <p:pic>
        <p:nvPicPr>
          <p:cNvPr id="4" name="Picture 3" descr="网格核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428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9C3F31"/>
                </a:solidFill>
                <a:latin typeface="Microsoft YaHei"/>
              </a:defRPr>
            </a:pPr>
            <a:r>
              <a:t>竖向筋100次：24与96单元末q差约0.94%，但疲劳增量相差约4倍。192与384单元的增量仍差5.7%；需进一步检查激活区分辨率。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两次10000循环都满足数值平衡，但都没有破坏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9</a:t>
            </a:r>
          </a:p>
        </p:txBody>
      </p:sp>
      <p:pic>
        <p:nvPicPr>
          <p:cNvPr id="4" name="Picture 3" descr="完整运行核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428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9C3F31"/>
                </a:solidFill>
                <a:latin typeface="Microsoft YaHei"/>
              </a:defRPr>
            </a:pPr>
            <a:r>
              <a:t>60°/90°都为runout，0根筋失效；最大残差均&lt;0.05 N。只有第一根筋两侧的裂缝端共2/100个节点累积龄期，需核查空间客观性。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确认的问题与修正优先级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① 试件是竖向筋，但上传默认仍为60°：先统一为90°。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② nsmYBottom/Top=NaN可被接受并得到0根筋：补完整标量/有限性校验。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③ 覆盖剪跨长度后thetaDeg不更新：区分实测角度与自动角度。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④ 初始用户限值触发时failureCycle为NaN：统一初始停止元数据。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⑤ 验证混凝土闭合、传力长度与裂缝运动，完成网格和试验验证后再预测寿命。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冗余：shearfoce和beam_load未在主链调用；前者可删除。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先静力、后疲劳：让模拟结果可以用于研究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静力验证：荷载–裂缝张开、荷载–箍筋应变、FRP应变分布、峰值及脱黏位置。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疲劳验证：N–q/w/v、分量重分配、局部退化区、寿命/失效模式与荷载比效应。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校准与验证分开试件；不要用一条疲劳曲线拟合全部经验参数。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数值验证：网格、循环块、扫描分辨率、局部残差；重点比较增量与破坏循环。</a:t>
            </a:r>
          </a:p>
          <a:p>
            <a:pPr>
              <a:spcAft>
                <a:spcPts val="1000"/>
              </a:spcAft>
              <a:defRPr sz="2200" b="0">
                <a:solidFill>
                  <a:srgbClr val="243746"/>
                </a:solidFill>
                <a:latin typeface="Microsoft YaHei"/>
              </a:defRPr>
            </a:pPr>
            <a:r>
              <a:t>当前没有M–转角、真实跨中挠度或三维梁应力云图求解，不能仅改图轴名称。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73A5E"/>
                </a:solidFill>
                <a:latin typeface="Microsoft YaHei"/>
              </a:defRPr>
            </a:pPr>
            <a:r>
              <a:t>论文标注：原公式与当前代码的边界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4758B"/>
                </a:solidFill>
                <a:latin typeface="Microsoft YaHei"/>
              </a:defRPr>
            </a:pPr>
            <a:r>
              <a:t>18文件审查｜上传源码未修改｜公式详表见Word报告   • 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[S19] Chen &amp; Cheng 2019，Single Crack–Based Model…；DOI 10.1061/(ASCE)CC.1943-5614.0000953。式2、9d、10、11有对应；式7未实现。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[F19] Chen, Wang &amp; Cheng 2019，Modeling NSM FRP…；DOI 10.1016/j.ijfatigue.2019.04.039。式1包络、式2退化与0.75阈值；是抗弯疲劳。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[R22] Chen等2022，Re-examining the Shear-Crack Effect；DOI 10.1061/(ASCE)CC.1943-5614.0001251。式9a–d支持穿缝筋力与分量分解。</a:t>
            </a:r>
          </a:p>
          <a:p>
            <a:pPr>
              <a:spcAft>
                <a:spcPts val="1000"/>
              </a:spcAft>
              <a:defRPr sz="1800" b="0">
                <a:solidFill>
                  <a:srgbClr val="243746"/>
                </a:solidFill>
                <a:latin typeface="Microsoft YaHei"/>
              </a:defRPr>
            </a:pPr>
            <a:r>
              <a:t>[E24] Chen等2024，Shear Resisting Mechanisms…；DOI 10.1061/JCCOF2.CCENG-4395。式1提供平衡背景；ECC连续层不可直接当NSM。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