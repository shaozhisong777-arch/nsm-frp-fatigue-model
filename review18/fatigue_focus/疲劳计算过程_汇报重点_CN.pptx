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主要介绍疲劳计算过程。模型在固定幅值荷载下，采用循环块的准静态峰谷平衡计算。它用局部界面滑移判断疲劳是否激活，再通过节点黏结峰值退化，把循环历史传递到后续受力响应中。循环数增加并不意味着所有节点按同一程度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有三个容易混淆的量。N是整体计算已经接受的循环数，Ni是各节点的局部龄期，ΔN是本步打算推进多少次。一个节点只有处于活跃状态时才增加Ni。memory保存不可逆历史，也是计算重试时回到的基准。虽然候选数据可能反复计算，已接受的历史不会随意被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疲劳更新之前，必须先知道这个荷载范围下的初始峰谷响应。程序先求峰值平衡，再用峰值的最大滑移历史求谷值。两次计算的目的，是取得每个节点的峰谷滑移差，而不是只看峰值滑移。N等于零表示尚未提交疲劳循环更新，不表示没有外荷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程序的活跃判断有两道门槛。节点需要达到滑移阈值或已经激活，同时本步仍然有足够的峰谷滑移差。因此，以前激活过的节点在没有循环滑移时，也不会继续计数。确定活跃节点后，update_memory只在这些节点增加局部龄期。0.75阈值有参考论文依据，历史保持与滑移差容差是代码实现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，程序把局部龄期转换成节点的峰值黏结应力。这一步的公式在bond_strength中，实际通过state、trial被调用，不是在update_memory里直接完成。以当前条材初始峰值15.72MPa为例，同一活跃节点由100次推进到120次后，峰值从约9.479MPa降到9.232MPa。这只是公式代入示例，不是一组新增的试验结果或整梁模拟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疲劳更新之后，不能直接假定结构仍然平衡。程序需要用退化后的黏结关系重算峰值响应。如果失败或位移跳得过大，就在循环块大于一次的前提下减半。每次重试都从同一份已接受历史出发，不把错误候选累积进去。峰值通过后，还要检查谷值。当前代码只对上述峰值情况减半，谷值失败则返回诊断。两状态都成功，才真正提交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循环块是数值近似，作用是提高效率。程序不逐周期连续解析完整波形，也不是完整滞回时程积分。在一个块内，活跃节点按块起点的峰谷响应确定，因此需要检查循环步长敏感性。达到Nmax只说明算到了设定上限。如果最小块仍找不到指定域内的平衡，或局部求解不收敛，应报告相应原因，不能全部叫物理脱黏破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着重说明计算框架已经怎样运行，而不是宣称所有破坏机制已经完整建立。当前默认主要研究局部界面疲劳退化引起的响应变化。混凝土提供经验抗剪贡献，FRP有固定抗拉上限，但它们不等于完整的混凝土和FRP本体疲劳模型。此外，前面的审查提示疲劳增量对网格较敏感，因此下一阶段需要继续收敛研究和试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汇报主线：疲劳怎样进入这套模型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反复荷载下，先求峰值与谷值的平衡响应。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6712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局部滑移达到条件后，节点开始累计疲劳龄期。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62656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龄期增加使峰值黏结应力降低，再重新求整体平衡。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846320"/>
            <a:ext cx="10972800" cy="96012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104241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局部滑移 → 活跃节点 → 局部龄期 → 黏结退化 → 响应重分配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089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fatigue_calculate：主控制；active_nodes、bond_strength：局部疲劳规则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先区分三个循环量和一份历史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N：整体已经接受的循环数。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6712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Ni：某根筋、某一侧、某一节点的局部循环数。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62656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ΔN：本次试算推进的循环块长度。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58183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memory：最大滑移、局部龄期、激活和失效等已接受历史。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846320"/>
            <a:ext cx="10972800" cy="96012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4241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整体循环数 N ≠ 所有节点共享的局部循环数 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089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fatigue_calculate：create_memory；update_memory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第1步：建立初始峰谷响应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先检查参数、几何和交点，初始化历史为零。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6712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求初始峰值平衡，保存该状态的最大滑移历史。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62656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继承峰值历史，再求初始谷值平衡。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58183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峰谷均成功，才记录N=0并进入疲劳循环。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846320"/>
            <a:ext cx="10972800" cy="96012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4241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Vc + Vs + Vf = Qmax/2；   Vc + Vs + Vf = Qmin/2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089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fatigue_calculate第18–54行；state → 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第2步：判断活跃节点并提出局部龄期更新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资格：smax &gt; 0.75δm，或者该节点曾经激活。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6712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同时要求：max(0, speak − slow) &gt; cyclicSlipTolerance。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62656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活跃节点Ni增加ΔN；其他节点的Ni保持原值。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58183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先复制历史，生成候选；此时还不能提交。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846320"/>
            <a:ext cx="10972800" cy="96012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4241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Ni,proposed = Ni,accepted + ΔN（仅活跃节点）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089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active_nodes；fatigue_calculate第58行及第232–246行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第3步：把局部龄期转成黏结退化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杆材kf=0.1965；条材kf=0.1985。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6712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采用Ni而不是直接对所有节点使用整体N。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62656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局部龄期为0时，用max(Ni,1)避免对数无定义。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58183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峰值取非负值；该规律针对界面，不是FRP本体疲劳强度。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846320"/>
            <a:ext cx="10972800" cy="96012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4241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τm,i = max{0, τm,0[1 − kf log₁₀max(Ni,1)]}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089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bond_strength；Chen, Wang &amp; Cheng (2019), IJ Fatigue, Eq. (2), DOI:10.1016/j.ijfatigue.2019.04.039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第4步：退化后重新平衡，决定接受还是重试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候选Ni → 新τm → 新黏结关系 → 锚固受力 → 新峰值平衡。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6712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峰值失败或q增长过快，且ΔN&gt;1时，循环块减半后重算。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62656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峰值成功，再用其历史求候选谷值；两者成功才提交。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58183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接受后：N增加ΔN，替换memory，并记录历史与快照。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846320"/>
            <a:ext cx="10972800" cy="96012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4241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proposed = update_memory(...) → state(...proposed...) → accept / retry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089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fatigue_calculate第106–155行；state → trial → bond_strength / anchorage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第5步：循环块控制与停止条件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ΔN不跨越Nmax、下一快照位置或设定cycleStep。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6712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活跃节点集合由已接受峰谷状态确定，块内不逐周期重新判断。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62656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无活跃节点且其他疲劳规则均关闭：记录至Nmax。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58183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数值失败、模型限制与runout分别记录。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846320"/>
            <a:ext cx="10972800" cy="96012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4241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达到 Nmax 是 runout；单根筋失效后仍需检查整体平衡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089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fatigue_calculate第72–100行、第117–145行及最终状态整理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明天汇报的结论与当前范围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已经实现：局部激活、局部计数、界面黏结退化和峰谷重平衡。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6712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默认关闭：箍筋、混凝土S–N/Miner疲劳更新。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62656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尚未实现：FRP本体疲劳断裂，以及完整混凝土疲劳破坏机制。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58183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0">
                <a:solidFill>
                  <a:srgbClr val="243746"/>
                </a:solidFill>
                <a:latin typeface="Arial"/>
              </a:defRPr>
            </a:pPr>
            <a:r>
              <a:rPr>
                <a:ea typeface="Microsoft YaHei"/>
              </a:rPr>
              <a:t>• 后续验证：局部退化区网格收敛、循环步长、抗剪疲劳试验对比。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846320"/>
            <a:ext cx="10972800" cy="96012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4241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73A5E"/>
                </a:solidFill>
                <a:latin typeface="Arial"/>
              </a:defRPr>
            </a:pPr>
            <a:r>
              <a:rPr>
                <a:ea typeface="Microsoft YaHei"/>
              </a:rPr>
              <a:t>建议表述：基于局部界面疲劳退化的抗剪平衡迭代计算框架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089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当前上传fatigue_calculate与仓库计算实现一致；本次仅制作汇报材料，未修改源码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64758B"/>
                </a:solidFill>
                <a:latin typeface="Arial"/>
              </a:defRPr>
            </a:pPr>
            <a:r>
              <a:rPr>
                <a:ea typeface="Microsoft YaHe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