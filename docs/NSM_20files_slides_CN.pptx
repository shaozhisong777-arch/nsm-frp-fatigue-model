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原20文件：不合并、不改名、写法更直观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Aft>
                <a:spcPts val="0"/>
              </a:spcAft>
              <a:defRPr sz="2700" b="0">
                <a:solidFill>
                  <a:srgbClr val="16324F"/>
                </a:solidFill>
                <a:latin typeface="Microsoft YaHei"/>
              </a:defRPr>
            </a:pPr>
            <a:r>
              <a:t>主程序只驱动一个算例</a:t>
            </a:r>
          </a:p>
          <a:p>
            <a:pPr>
              <a:lnSpc>
                <a:spcPts val="3645"/>
              </a:lnSpc>
              <a:spcAft>
                <a:spcPts val="0"/>
              </a:spcAft>
              <a:defRPr sz="2700" b="0">
                <a:solidFill>
                  <a:srgbClr val="16324F"/>
                </a:solidFill>
                <a:latin typeface="Microsoft YaHei"/>
              </a:defRPr>
            </a:pPr>
            <a:r>
              <a:t>参数集中修改，计算函数按原接口调用</a:t>
            </a:r>
          </a:p>
          <a:p>
            <a:pPr>
              <a:lnSpc>
                <a:spcPts val="3645"/>
              </a:lnSpc>
              <a:spcAft>
                <a:spcPts val="0"/>
              </a:spcAft>
              <a:defRPr sz="2700" b="0">
                <a:solidFill>
                  <a:srgbClr val="16324F"/>
                </a:solidFill>
                <a:latin typeface="Microsoft YaHei"/>
              </a:defRPr>
            </a:pPr>
            <a:r>
              <a:t>展开if/for、补中文注释、保留必要求解</a:t>
            </a:r>
          </a:p>
          <a:p>
            <a:pPr>
              <a:lnSpc>
                <a:spcPts val="3645"/>
              </a:lnSpc>
              <a:spcAft>
                <a:spcPts val="0"/>
              </a:spcAft>
              <a:defRPr sz="2700" b="0">
                <a:solidFill>
                  <a:srgbClr val="16324F"/>
                </a:solidFill>
                <a:latin typeface="Microsoft YaHei"/>
              </a:defRPr>
            </a:pPr>
            <a:r>
              <a:t>补齐局部场与停止原因输出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新文献确认的修正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05"/>
              </a:lnSpc>
              <a:spcAft>
                <a:spcPts val="0"/>
              </a:spcAft>
              <a:defRPr sz="2300" b="0">
                <a:solidFill>
                  <a:srgbClr val="16324F"/>
                </a:solidFill>
                <a:latin typeface="Microsoft YaHei"/>
              </a:defRPr>
            </a:pPr>
            <a:r>
              <a:t>2019抗剪论文式(2a)/(2b)：恢复有来源的裂缝角关系。</a:t>
            </a:r>
          </a:p>
          <a:p>
            <a:pPr>
              <a:lnSpc>
                <a:spcPts val="3105"/>
              </a:lnSpc>
              <a:spcAft>
                <a:spcPts val="0"/>
              </a:spcAft>
              <a:defRPr sz="2300" b="0">
                <a:solidFill>
                  <a:srgbClr val="16324F"/>
                </a:solidFill>
                <a:latin typeface="Microsoft YaHei"/>
              </a:defRPr>
            </a:pPr>
            <a:r>
              <a:t>疲劳论文式(2)：杆材0.1965、条材0.1985，激活阈值75%。</a:t>
            </a:r>
          </a:p>
          <a:p>
            <a:pPr>
              <a:lnSpc>
                <a:spcPts val="3105"/>
              </a:lnSpc>
              <a:spcAft>
                <a:spcPts val="0"/>
              </a:spcAft>
              <a:defRPr sz="2300" b="0">
                <a:solidFill>
                  <a:srgbClr val="16324F"/>
                </a:solidFill>
                <a:latin typeface="Microsoft YaHei"/>
              </a:defRPr>
            </a:pPr>
            <a:r>
              <a:t>退化峰值负值取零；取消tauR人工平台。</a:t>
            </a:r>
          </a:p>
          <a:p>
            <a:pPr>
              <a:lnSpc>
                <a:spcPts val="3105"/>
              </a:lnSpc>
              <a:spcAft>
                <a:spcPts val="0"/>
              </a:spcAft>
              <a:defRPr sz="2300" b="0">
                <a:solidFill>
                  <a:srgbClr val="16324F"/>
                </a:solidFill>
                <a:latin typeface="Microsoft YaHei"/>
              </a:defRPr>
            </a:pPr>
            <a:r>
              <a:t>残余低峰值包络采用明确标注的数值补充，不能冒充试验定律。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先看主链：复杂细节留在原来的文件里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Aft>
                <a:spcPts val="0"/>
              </a:spcAft>
              <a:defRPr sz="2400" b="0">
                <a:solidFill>
                  <a:srgbClr val="16324F"/>
                </a:solidFill>
                <a:latin typeface="Microsoft YaHei"/>
              </a:defRPr>
            </a:pPr>
            <a:r>
              <a:t>main_2019 → ff19 → cc19_parameters / cc19_run</a:t>
            </a:r>
          </a:p>
          <a:p>
            <a:pPr>
              <a:lnSpc>
                <a:spcPts val="3240"/>
              </a:lnSpc>
              <a:spcAft>
                <a:spcPts val="0"/>
              </a:spcAft>
              <a:defRPr sz="2400" b="0">
                <a:solidFill>
                  <a:srgbClr val="16324F"/>
                </a:solidFill>
                <a:latin typeface="Microsoft YaHei"/>
              </a:defRPr>
            </a:pPr>
            <a:r>
              <a:t>cc19_run → cc19_state → cc19_trial → cc19_hard</a:t>
            </a:r>
          </a:p>
          <a:p>
            <a:pPr>
              <a:lnSpc>
                <a:spcPts val="3240"/>
              </a:lnSpc>
              <a:spcAft>
                <a:spcPts val="0"/>
              </a:spcAft>
              <a:defRPr sz="2400" b="0">
                <a:solidFill>
                  <a:srgbClr val="16324F"/>
                </a:solidFill>
                <a:latin typeface="Microsoft YaHei"/>
              </a:defRPr>
            </a:pPr>
            <a:r>
              <a:t>黏结：cc19_propagate / cc19_strength</a:t>
            </a:r>
          </a:p>
          <a:p>
            <a:pPr>
              <a:lnSpc>
                <a:spcPts val="3240"/>
              </a:lnSpc>
              <a:spcAft>
                <a:spcPts val="0"/>
              </a:spcAft>
              <a:defRPr sz="2400" b="0">
                <a:solidFill>
                  <a:srgbClr val="16324F"/>
                </a:solidFill>
                <a:latin typeface="Microsoft YaHei"/>
              </a:defRPr>
            </a:pPr>
            <a:r>
              <a:t>输出：cc19_export；验证：单独运行verify_2019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main_2019.m｜主驱动脚本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无输入；结果为工作区out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只选择kind和临时覆盖参数，运行一个算例。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新手先读此文件。去掉默认自动验证及高荷载未加固对照；验证改为单独运行。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cc19_parameters.m｜参数集中定义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p=cc19_parameters('strip'或'rod')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定义几何、材料、黏结、疲劳、数值控制和输出开关。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最常修改的文件。恢复2019裂缝角分段来源；修正杆/条系数、激活阈值和单位。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ff19.m｜计算入口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out=ff19(kind,overrides)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读取p，将overrides覆盖到同名字段，计算并调用原有导出文件。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修复调用未提供cc19_plot的问题；绘图函数放在cc19_export内部，未加第21个.m文件。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cc19_validate.m｜检查与交点几何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p=cc19_validate(p)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检查参数范围；计算裂缝与NSM/箍筋的真实交点、两侧锚固长度。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保留原算法；展开判断与循环并解释参数名单。通常只需检查报错对应的参数。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cc19_load.m｜四点加载内力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[M,V]=cc19_load(p,x,Q)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返回给定x处弯矩和剪力。Q为两加载点总力，剪跨内V=Q/2。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保留原文件及接口。当前主求解链未调用此模块，不为凑数量另加新模块。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cc19_mesh.m｜局部锚固网格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[x,weights]=cc19_mesh(p,L)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均匀划分单侧锚固长度L，并提供梯形积分权重。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原文件保留；x=0在裂缝处，x=L在自由端。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cc19_curvature_integrals.m｜裂缝运动学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k=cc19_curvature_integrals(p,q)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由q求法向张开w、切向滑移v及其沿裂缝分布。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沿用原文件名，但明确这里不计算梁曲率或跨中挠度；当前裂缝形状仍为预设。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cc19_propagate.m｜黏结分段包络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[tau,k,zone]=cc19_propagate(p,sMax,tauM)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计算最大历史滑移对应的应力、割线刚度及弹性/软化/残余区号。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取消峰值至少等于tauR的人工下限。峰值低于残余值时，取有效残余=min(tauR,tauM)，防止包络倒挂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；此项是数值补充。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cc19_strength.m｜局部疲劳峰值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tauM=cc19_strength(p,localN)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按局部已激活循环数及疲劳论文式(2)更新节点峰值强度。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杆材k=0.1965，条材k=0.1985；负峰值取零。无退化龄期和首龄期使用初始峰值。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cc19_hard.m｜两侧锚固求解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a=cc19_hard(p,delta,L1,L2,hist1,hist2,tm1,tm2,unload)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满足T左=T右、s左+s右=delta及两自由端轴力为零；输出每侧局部场。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保留必要的稀疏求解和Newton回退，仅展开写法、解释装配并改清晰的局部变量名；切线与有效残余保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持一致。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cc19_trial.m｜给定位移试算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st=cc19_trial(p,q,memory,unload)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分别求Vc、Vs和Vnsm，再求总剪力；在候选历史中记录单筋失效。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保留原经验Vc和箍筋传递关系，明确不等于2019完整PST求解；增加局部力残差检查。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cc19_state.m｜整梁平衡求根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[st,info]=cc19_state(p,memory,Vtarget,previousQ,unload)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扫描q的上升支区间，再二分求满足目标剪力的根。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保留原方法，局部变量改为trialOpenings、previousError等；区分数值失败、分支限制和域内无平衡。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cc19_active.m｜局部疲劳激活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[active,amplitude]=cc19_active(p,peak,low,memory)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逐根逐侧检查滑移阈值及峰谷滑移幅；零幅不得计疲劳循环。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保留原双侧独立计数；新默认阈值统一为0.75deltaM。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cc19_run.m｜疲劳循环主链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out=cc19_run(p)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峰谷平衡→活跃节点→候选损伤→自适应循环块→成功后提交历史。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保持接口和数值流程。用普通for替代匿名cellfun，展开语句，约每10%输出进度。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cc19_critical.m｜初始承载路径扫描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capacity=cc19_critical(p,memory)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记录q、V、Vc、Vs和Vnsm的有限域采样路径。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仅用于诊断；不是严格全局承载力，也不是论文试验预测值。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cc19_sample.m｜局部场快照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field=cc19_sample(p,st,memory)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整理每根筋、每侧锚固、每节点的滑移、应力、应变和局部龄期。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保留编号和坐标。已失效筋没有当前局部场时，由单独失效表补充，不能按缺行当成未失效。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cc19_shearforce.m｜桁架参考值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reference=cc19_shearforce(p,st)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计算均匀应变桁架公式对照，并列出实际离散交点求和。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参考值不控制状态；实际逐根计数后不再重复乘d/s。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cc19_paper_interpolation.m｜旧接口兼容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reference=cc19_paper_interpolation(p,st)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直接调用cc19_shearforce，保留原文件、原调用方式。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与前者原来内容完全重复；保留文件但不保留两份公式，避免改漏。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cc19_export.m｜绘图及输出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figs=cc19_export(out,figs可省略)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导出MAT、CSV和状态；在该文件的局部函数中绘制全梁及逐根逐侧曲线。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补齐缺失绘图和元数据；默认10图。计算函数没有为绘图拆成更多.m文件。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verify_2019.m｜独立验证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report=verify_2019()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锚固解析基准、峰谷平衡、局部退化、单筋退出、S-N接口及错误输入检查。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这次怎么改 / 新手注意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保留原测试，更新有意修正的论文系数/下限断言，新增低峰值与零峰值的包络检查。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输出更完整：默认10张图和对应CSV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420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整梁历史、初始采样承载路径、交点几何</a:t>
            </a:r>
          </a:p>
          <a:p>
            <a:pPr>
              <a:lnSpc>
                <a:spcPts val="2970"/>
              </a:lnSpc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逐根逐侧：滑移、黏结应力、应变、峰值强度、局部循环数</a:t>
            </a:r>
          </a:p>
          <a:p>
            <a:pPr>
              <a:lnSpc>
                <a:spcPts val="2970"/>
              </a:lnSpc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裂缝张开/滑移分布、箍筋应力</a:t>
            </a:r>
          </a:p>
          <a:p>
            <a:pPr>
              <a:lnSpc>
                <a:spcPts val="2970"/>
              </a:lnSpc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已失效筋另有失效表；无平衡时状态文件明确说明</a:t>
            </a:r>
          </a:p>
          <a:p>
            <a:pPr>
              <a:lnSpc>
                <a:spcPts val="2970"/>
              </a:lnSpc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恒载剪力水平与曲线近似重合，不能仅凭外观判错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536475"/>
                </a:solidFill>
                <a:latin typeface="Microsoft YaHei"/>
              </a:defRPr>
            </a:pPr>
            <a:r>
              <a:t>中文 v2｜原20文件逐文件简化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已经检查的数值结果与仍然缺少的理论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文件数量和接口保持原样；数值通过不等于试验标定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48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16324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429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默认10000次、503行历史、6组快照，10张图已生成。</a:t>
            </a:r>
          </a:p>
          <a:p>
            <a:pPr>
              <a:lnSpc>
                <a:spcPts val="2970"/>
              </a:lnSpc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最大整梁力残差0.04965 N；相同旧参数回归最大差0。</a:t>
            </a:r>
          </a:p>
          <a:p>
            <a:pPr>
              <a:lnSpc>
                <a:spcPts val="2970"/>
              </a:lnSpc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尚未实现2019抗剪论文式(7)的PST/Green积分；原经验Vc和预设裂缝形状仍在。</a:t>
            </a:r>
          </a:p>
          <a:p>
            <a:pPr>
              <a:lnSpc>
                <a:spcPts val="2970"/>
              </a:lnSpc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尚未进行抗剪疲劳试验标定，也未在商业MATLAB复测。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