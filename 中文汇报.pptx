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NSM 抗剪疲劳：代码重组与使用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基于20个原始文件、23个抗弯参考文件及2篇抗剪论文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65836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6324F"/>
                </a:solidFill>
                <a:latin typeface="Microsoft YaHei"/>
              </a:defRPr>
            </a:pPr>
            <a:r>
              <a:t>主驱动清晰</a:t>
            </a:r>
          </a:p>
          <a:p>
            <a:pPr>
              <a:lnSpc>
                <a:spcPts val="4455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6324F"/>
                </a:solidFill>
                <a:latin typeface="Microsoft YaHei"/>
              </a:defRPr>
            </a:pPr>
            <a:r>
              <a:t>参数集中，函数职责明确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566928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475"/>
                </a:solidFill>
                <a:latin typeface="Microsoft YaHei"/>
              </a:defRPr>
            </a:pPr>
            <a:r>
              <a:t>13个运行文件 + 独立验证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475"/>
                </a:solidFill>
                <a:latin typeface="Microsoft YaHei"/>
              </a:defRPr>
            </a:pPr>
            <a:r>
              <a:t>中文Word说明 + 参数对照 + 实际算例结果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965960"/>
            <a:ext cx="3931920" cy="347472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331720"/>
            <a:ext cx="32461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265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Microsoft YaHei"/>
              </a:defRPr>
            </a:pPr>
            <a:r>
              <a:t>20 →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46120"/>
            <a:ext cx="324612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已完成数值运行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尚未进行抗剪疲劳试验标定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当前对象：NSM条材 / 杆材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重组目标：让修改位置一目了然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1065276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改试件或荷载 → parameters.m；换算例 → main.m。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1065276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改材料/疲劳理论 → 对应本构函数；不在多个脚本重复改。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1065276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保留锚固平衡、不可逆记忆与峰谷求解，去除重复参考式和未使用模块。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83479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1065276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main只负责驱动；verify_model独立验证；save_results集中输出。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两篇论文：可引用的依据与边界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5349240" cy="34747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74519"/>
            <a:ext cx="5349240" cy="34747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48463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2"/>
                </a:solidFill>
                <a:latin typeface="Microsoft YaHei"/>
              </a:defRPr>
            </a:pPr>
            <a:r>
              <a:t>2022｜裂缝交点与剪力分担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4846320" cy="2194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FRP Shear-Strengthened RC Beams: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Re-examining the Shear-Crack Effect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PDF第8–9页式(9a)–(9d)：按实际交点应力计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算Vs、Vf，再分解Vc。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8463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2"/>
                </a:solidFill>
                <a:latin typeface="Microsoft YaHei"/>
              </a:defRPr>
            </a:pPr>
            <a:r>
              <a:t>2024｜张开与滑移的贡献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4846320" cy="2194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Shear Resisting Mechanisms of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ECC FRP Strengthened RC Beams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PDF第8–10页式(1)–(5)：ECC覆盖层拉/剪应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力的竖向投影。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78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AF3F40"/>
                </a:solidFill>
                <a:latin typeface="Microsoft YaHei"/>
              </a:defRPr>
            </a:pPr>
            <a:r>
              <a:t>两篇均不提供本代码的抗剪疲劳退化标定；本版没有将ECC覆盖层当作NSM条/杆。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抗剪核心：交点处的竖向力平衡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适用本版的加载定义：对称四点加载，Q为两个加载点的总荷载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881360" cy="96012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101498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1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Q/2 = Vc + ΣAsi·σsi + nfaces·ΣTj·sin(αj)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10652760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只计穿过临界斜裂缝的箍筋与NSM；箍筋不预设全部屈服。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97679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10652760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stir_area已包含单道箍筋有效腿数；nsm_faces只乘一次。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166359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652760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实际逐根求和后，不再重复乘裂缝高度/间距。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变形协调：不是弯曲曲率，也不是跨中挠度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q = (cosθ + r·sinθ)w，v = r·w；沿裂缝用g(y)描述分布。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79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39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NSM的轴向裂缝位移由w、v沿实际筋方向投影得到。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两侧锚固要求：T左=T右，s左+s右=δ，两端自由轴力为0。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q、w、v和两侧锚固是建模假设的一部分，需要观测/试验支持。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疲劳借鉴：保留局部计数，替换抗弯控制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7088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24128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75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007F82"/>
                </a:solidFill>
                <a:latin typeface="Microsoft YaHei"/>
              </a:defRPr>
            </a:pPr>
            <a:r>
              <a:t>τm = max[τr, τ0·(1 − k·log10(max(nlocal,1)))]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1065276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激活条件：历史滑移超过阈值，并且峰谷之间存在实际滑移幅。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1065276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每个循环块先更新候选损伤，再重新求最大/最小荷载的抗剪平衡。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920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37760"/>
            <a:ext cx="1065276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0.1965及激活比例来自抗弯参考，尚需抗剪疲劳标定；不复制foc、挠度倍数或Pe/Ps插值。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调用关系：先看主链，再看数值细节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377440" cy="685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39" y="2221992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057400"/>
            <a:ext cx="2377440" cy="685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21284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run_model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79" y="2221992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57400"/>
            <a:ext cx="2377440" cy="685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21284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setup_model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221992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24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057400"/>
            <a:ext cx="2377440" cy="685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221284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fatigue_run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103327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fatigue_run → solve_equilibrium → section_response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section_response → crack_kinematics / solve_anchor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solve_anchor → bond_law / bond_strength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36475"/>
                </a:solidFill>
                <a:latin typeface="Microsoft YaHei"/>
              </a:defRPr>
            </a:pPr>
            <a:r>
              <a:t>run_model → save_results（导出/绘图）</a:t>
            </a:r>
          </a:p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36475"/>
                </a:solidFill>
                <a:latin typeface="Microsoft YaHei"/>
              </a:defRPr>
            </a:pPr>
            <a:r>
              <a:t>verify_model单独执行，不在每次main运行中重复测试。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默认几何：用真实交点建立锚固长度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08</a:t>
            </a:r>
          </a:p>
        </p:txBody>
      </p:sp>
      <p:pic>
        <p:nvPicPr>
          <p:cNvPr id="8" name="Picture 7" descr="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09" y="1783080"/>
            <a:ext cx="10172700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475"/>
                </a:solidFill>
                <a:latin typeface="Microsoft YaHei"/>
              </a:defRPr>
            </a:pPr>
            <a:r>
              <a:t>每面相交NSM 2根、两面加固；相交箍筋2道。自定义线段会重新计算交点与长度。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01  main.m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主驱动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输入：脚本；无函数输入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输出：工作区变量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选择条材或杆材，指定临时覆盖值，调用统一入口。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kind='strip';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options=struct();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out=run_model(kind,options);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修改位置：kind / options；物理默认值仍在parameters.m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02  parameters.m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公共参数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输入：可预先设置 kind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输出：脚本局部变量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按几何、FRP、黏结、箍筋、混凝土、疲劳和求解控制分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组定义参数。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con_width = 180;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Q_max = 180000;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N_max = 10000;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修改位置：几何尺寸、材料、荷载、循环数、经验闭合参数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03  run_model.m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统一入口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输入：kind, overrides（可省略）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输出：out 结果结构体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加载配置与几何，调用疲劳计算，根据开关绘图和导出。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out=run_model('strip');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out=run_model('rod', ...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 struct('N_max',100));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修改位置：通常不用改；算例覆盖值从main传入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04  setup_model.m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校验与相交几何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输入：kind, overrides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输出：cfg 参数与派生几何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在本函数作用域运行参数脚本；收集变量、检查覆盖键、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建立裂缝与FRP/箍筋真实交点、计算两侧锚固长度。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cfg=setup_model('strip');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cfg.bars  % 两侧锚固长度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cfg.steel % 相交箍筋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修改位置：新增几何方式、相交判据或参数合法性规则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05  crack_kinematics.m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裂缝变形协调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输入：cfg, q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输出：k：开口、滑移与位移场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按裂缝角度、滑移比和形状函数，由竖向位移q恢复法向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张开w和切向滑移v。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k=crack_kinematics(cfg,q);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% q=(cos(theta)+r*sin(theta))*w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% v=r*w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修改位置：裂缝形状、张开滑移比例或运动学假设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06  bond_law.m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黏结本构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输入：cfg, sMax, tauM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输出：tau, k, 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计算最大历史滑移处三段包络及割线刚度；实际卸载应力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由求解器以k乘当前滑移得到。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[tau,k,zone]=bond_law( ...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 cfg,sMax,tauM);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% zone: 1弹性 2软化 3残余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修改位置：弹性/软化/残余分段本构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07  bond_strength.m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黏结疲劳退化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输入：cfg, localN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输出：tauM：逐节点峰值黏结强度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按各锚固节点的局部激活循环数更新峰值强度，并限制不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小于残余强度。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tauM=max(tauR, ...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 tau0*(1-k*log10(max(localN,1))));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修改位置：疲劳退化公式和其待标定系数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08  solve_anchor.m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双侧锚固平衡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输入：cfg, delta, L1,L2, hist1,hist2, tm1,tm2, unload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输出：a：轴力、滑移/应力场、误差与状态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联合求解裂缝两侧锚固；满足两侧轴力相等与裂缝处滑移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和等于delta；固定点失败后用带线搜索的Newton求解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a=solve_anchor(cfg,delta, ...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 L1,L2,h1,h2,tm1,tm2,false);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% T_left=T_right; s1+s2=delta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修改位置：边界条件、锚固离散、局部迭代算法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09  section_response.m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给定位移的抗剪响应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输入：cfg, q, memory, unload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输出：st：Vc,Vs,Vnsm及候选记忆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计算混凝土经验闭合响应、相交箍筋应力、各NSM锚固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力与其竖向投影，检查局部失效。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V = Vc + Vs + Vnsm;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Vnsm = faces*sum(T.*sin(alpha));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修改位置：混凝土抗剪闭合关系、箍筋传递关系、局部破坏规则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10  solve_equilibrium.m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整梁剪力平衡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输入：cfg,memory,Vtarget,previousQ,unload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输出：st, 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扫描允许裂缝位移范围，寻找上升支变号区间，再二分满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足目标剪力；冻结历史进行试算。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[st,info]=solve_equilibrium( ...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 cfg,memory,Q_max/2,q0,false);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% abs(st.V-Q_max/2)&lt;=force_tol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修改位置：全局求根策略、容差、模型域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11  fatigue_run.m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循环计算与记忆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输入：已由setup_model校验的cfg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输出：out：历史、快照、状态、记忆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先解峰谷荷载，再激活局部节点、推进损伤、重新平衡；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位移变化过快或失衡时减小循环块。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mask=active_nodes(...);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proposed=advance_damage(...);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[next,info]=solve_equilibrium(...);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修改位置：损伤更新、激活条件、可选S-N、循环推进规则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12  save_results.m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导出与绘图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输入：out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输出：写入MAT/CSV/PNG；可选图窗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导出完整结果、16列历史、相交位置、各快照场及状态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说明；绘制剪力分担和裂缝位移。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save_results(out);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% results_NSM_shear.mat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% history.csv / figure_1.png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修改位置：输出列、图表和保存格式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13  verify_model.m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独立验证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6126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输入：无</a:t>
            </a:r>
          </a:p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24F"/>
                </a:solidFill>
                <a:latin typeface="Microsoft YaHei"/>
              </a:defRPr>
            </a:pPr>
            <a:r>
              <a:t>输出：report 验证指标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Microsoft YaHei"/>
              </a:defRPr>
            </a:pPr>
            <a:r>
              <a:t>计算职责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612648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检查锚固解析解、网格收敛、强化对照、零幅不退化、局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部激活、单筋失效后重平衡、Miner接口、重复调用、步</a:t>
            </a:r>
          </a:p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Microsoft YaHei"/>
              </a:defRPr>
            </a:pPr>
            <a:r>
              <a:t>长及导出。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01952"/>
            <a:ext cx="4389120" cy="32004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48840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DADD"/>
                </a:solidFill>
                <a:latin typeface="Microsoft YaHei"/>
              </a:defRPr>
            </a:pPr>
            <a:r>
              <a:t>调用 / 关键关系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38862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report=verify_model();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% 数值验证 ≠ 试验标定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59552"/>
            <a:ext cx="10424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7F82"/>
                </a:solidFill>
                <a:latin typeface="Microsoft YaHei"/>
              </a:defRPr>
            </a:pPr>
            <a:r>
              <a:t>修改位置：改理论或数值算法后补充相应验证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怎么修改参数：长期默认值与临时算例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303520" cy="356616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74519"/>
            <a:ext cx="5303520" cy="35661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6634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2"/>
                </a:solidFill>
                <a:latin typeface="Microsoft YaHei"/>
              </a:defRPr>
            </a:pPr>
            <a:r>
              <a:t>长期默认值：parameters.m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4663440" cy="214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con_width = 180;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Q_max = 180000;  % N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N_max = 10000;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bond_fatigue_k = 0.1965; % 待标定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临时覆盖：main / 命令行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4663440" cy="214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out=run_model('strip', ...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 struct('Q_max',165000, ...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        'N_max',100, ...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        'plot_on',false));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36475"/>
                </a:solidFill>
                <a:latin typeface="Microsoft YaHei"/>
              </a:defRPr>
            </a:pPr>
            <a:r>
              <a:t>参数定义不带p.；cfg仅供函数传参。完整73项说明和旧新名称对照随交付提供。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实际运行：默认主程序完成10,000次循环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475"/>
                </a:solidFill>
                <a:latin typeface="Microsoft YaHei"/>
              </a:defRPr>
            </a:pPr>
            <a:r>
              <a:t>GNU Octave 10.3.0｜503行历史｜6组完整快照｜MAT、CSV及PNG已导出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23</a:t>
            </a:r>
          </a:p>
        </p:txBody>
      </p:sp>
      <p:pic>
        <p:nvPicPr>
          <p:cNvPr id="9" name="Picture 8" descr="default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828799"/>
            <a:ext cx="10309860" cy="37490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475"/>
                </a:solidFill>
                <a:latin typeface="Microsoft YaHei"/>
              </a:defRPr>
            </a:pPr>
            <a:r>
              <a:t>末次V≈90 kN；Vc≈32.261、Vs≈33.352、Vnsm≈24.388 kN。达到上限不等于试验寿命。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验证证据：物理关系与数值误差分别检查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303520" cy="128016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79"/>
            <a:ext cx="48463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85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7F82"/>
                </a:solidFill>
                <a:latin typeface="Microsoft YaHei"/>
              </a:defRPr>
            </a:pPr>
            <a:r>
              <a:t>0.0385%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60903"/>
            <a:ext cx="48463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Microsoft YaHei"/>
              </a:defRPr>
            </a:pPr>
            <a:r>
              <a:t>锚固解析解相对误差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5303520" cy="128016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79"/>
            <a:ext cx="48463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85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7F82"/>
                </a:solidFill>
                <a:latin typeface="Microsoft YaHei"/>
              </a:defRPr>
            </a:pPr>
            <a:r>
              <a:t>&lt; 0.05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60903"/>
            <a:ext cx="48463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Microsoft YaHei"/>
              </a:defRPr>
            </a:pPr>
            <a:r>
              <a:t>默认全程整梁力残差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83279"/>
            <a:ext cx="5303520" cy="128016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20439"/>
            <a:ext cx="48463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85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7F82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9663"/>
            <a:ext cx="48463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Microsoft YaHei"/>
              </a:defRPr>
            </a:pPr>
            <a:r>
              <a:t>短程原/新历史最大差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383279"/>
            <a:ext cx="5303520" cy="128016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520439"/>
            <a:ext cx="48463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85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7F82"/>
                </a:solidFill>
                <a:latin typeface="Microsoft YaHei"/>
              </a:defRPr>
            </a:pPr>
            <a:r>
              <a:t>0.0250%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69663"/>
            <a:ext cx="48463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Microsoft YaHei"/>
              </a:defRPr>
            </a:pPr>
            <a:r>
              <a:t>循环块1与5的q相对差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另已检查：网格加密误差下降、零荷载幅不退化、局部激活、单筋失效后重平衡、条/杆、Mine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Microsoft YaHei"/>
              </a:defRPr>
            </a:pPr>
            <a:r>
              <a:t>r接口与导出回读。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目前能说明什么，还缺什么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已验证：代码可以运行、参数可集中修改、力平衡与数值回归可重复检查。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79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39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尚缺：抗剪疲劳试验对照；Vc、箍筋传递长度和疲劳参数的识别。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静力论文不能独立确定疲劳寿命；当前卸载为割线模型，未描述完整滞回。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若改为ECC覆盖层、多裂缝或完整梁挠度模型，需要新增相应本构和协调关系。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36475"/>
                </a:solidFill>
                <a:latin typeface="Microsoft YaHei"/>
              </a:defRPr>
            </a:pPr>
            <a:r>
              <a:t>抗剪疲劳模型  /  中文代码说明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Microsoft YaHei"/>
              </a:defRPr>
            </a:pPr>
            <a:r>
              <a:t>使用顺序与交付文件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475"/>
                </a:solidFill>
                <a:latin typeface="Microsoft YaHei"/>
              </a:defRPr>
            </a:pPr>
            <a:r>
              <a:t>力平衡 · 明确传参 · 可追溯验证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74536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7F82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将code单独加入路径 → 修改parameters → 运行verify_model → 运行main。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79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39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查看out.status及history；不同算例用不同output_dir，保留完整MAT结果。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中文说明.docx：理论出处、每文件职责、73项参数、验证指标与扩展步骤。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73152" cy="2286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1065276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Microsoft YaHei"/>
              </a:defRPr>
            </a:pPr>
            <a:r>
              <a:t>保留original_20和reference_23用于追溯；不要与新运行文件一起加入MATLAB路径。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NSM抗剪疲劳代码重组与中文说明</dc:title>
  <dc:subject>函数与主驱动、理论来源、参数与验证</dc:subject>
  <dc:creator>代码整理与验证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